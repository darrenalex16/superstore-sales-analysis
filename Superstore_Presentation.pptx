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F68922C3-693D-4A53-BDED-141CC74A5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/>
              <a:t>ST2187 Business Analytics, Applied Modelling, and Prediction (2024-2025)</a:t>
            </a:r>
            <a:endParaRPr sz="4000" b="1"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753F5658-F0B7-4610-81ED-466FF64C8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DARREN ALEXANDER</a:t>
            </a:r>
          </a:p>
          <a:p>
            <a:pPr algn="l"/>
            <a:r>
              <a:rPr lang="en-US" dirty="0"/>
              <a:t/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2187 Coursework1">
            <a:extLst>
              <a:ext uri="{FF2B5EF4-FFF2-40B4-BE49-F238E27FC236}">
                <a16:creationId xmlns:a16="http://schemas.microsoft.com/office/drawing/2014/main" id="{415E6BD2-93E1-40AE-B827-5B66658F4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2187 Coursework2">
            <a:extLst>
              <a:ext uri="{FF2B5EF4-FFF2-40B4-BE49-F238E27FC236}">
                <a16:creationId xmlns:a16="http://schemas.microsoft.com/office/drawing/2014/main" id="{B3F06D88-AA69-4135-86E0-211D69CF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2187 Coursework3">
            <a:extLst>
              <a:ext uri="{FF2B5EF4-FFF2-40B4-BE49-F238E27FC236}">
                <a16:creationId xmlns:a16="http://schemas.microsoft.com/office/drawing/2014/main" id="{5C73A02D-FBC8-47F3-B983-3CC02169C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T2187 Coursework4">
            <a:extLst>
              <a:ext uri="{FF2B5EF4-FFF2-40B4-BE49-F238E27FC236}">
                <a16:creationId xmlns:a16="http://schemas.microsoft.com/office/drawing/2014/main" id="{BABC421A-0187-4E33-B426-58C5D1317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T2187 Coursework5">
            <a:extLst>
              <a:ext uri="{FF2B5EF4-FFF2-40B4-BE49-F238E27FC236}">
                <a16:creationId xmlns:a16="http://schemas.microsoft.com/office/drawing/2014/main" id="{BD3CCC23-7ABC-42B8-B5BA-E89B43ED6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Macintosh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ST2187 Business Analytics, Applied Modelling, and Prediction (2024-2025)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DARREN ALEXANDER</cp:lastModifiedBy>
  <cp:revision>2</cp:revision>
  <dcterms:created xsi:type="dcterms:W3CDTF">2025-02-24T18:02:45Z</dcterms:created>
  <dcterms:modified xsi:type="dcterms:W3CDTF">2025-02-24T18:09:29Z</dcterms:modified>
</cp:coreProperties>
</file>